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6C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81000" cy="381000"/>
          </a:xfrm>
          <a:prstGeom prst="rect">
            <a:avLst/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29931" y="133350"/>
            <a:ext cx="12098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763000" y="0"/>
            <a:ext cx="381000" cy="381000"/>
          </a:xfrm>
          <a:prstGeom prst="rect">
            <a:avLst/>
          </a:prstGeom>
          <a:solidFill>
            <a:srgbClr val="3182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884429" y="133350"/>
            <a:ext cx="1381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0" y="4762500"/>
            <a:ext cx="381000" cy="381000"/>
          </a:xfrm>
          <a:prstGeom prst="rect">
            <a:avLst/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27047" y="4895850"/>
            <a:ext cx="1267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763000" y="476250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D69E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881545" y="4895850"/>
            <a:ext cx="14391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92501" y="2286000"/>
            <a:ext cx="571500" cy="571500"/>
          </a:xfrm>
          <a:prstGeom prst="roundRect">
            <a:avLst>
              <a:gd name="adj" fmla="val 160000"/>
            </a:avLst>
          </a:prstGeom>
          <a:solidFill>
            <a:srgbClr val="805A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65270" y="2514600"/>
            <a:ext cx="4258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0" y="0"/>
            <a:ext cx="9144000" cy="62865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0" y="619125"/>
            <a:ext cx="9144000" cy="0"/>
          </a:xfrm>
          <a:prstGeom prst="line">
            <a:avLst/>
          </a:prstGeom>
          <a:noFill/>
          <a:ln w="19050">
            <a:solidFill>
              <a:srgbClr val="2B6C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0" y="185738"/>
            <a:ext cx="1927768" cy="238125"/>
          </a:xfrm>
          <a:prstGeom prst="rect">
            <a:avLst/>
          </a:prstGeom>
          <a:noFill/>
          <a:ln/>
        </p:spPr>
        <p:txBody>
          <a:bodyPr wrap="square" lIns="38100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TestCorp Portal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88757" y="228600"/>
            <a:ext cx="2708347" cy="152400"/>
          </a:xfrm>
          <a:prstGeom prst="rect">
            <a:avLst/>
          </a:prstGeom>
          <a:noFill/>
          <a:ln/>
        </p:spPr>
        <p:txBody>
          <a:bodyPr wrap="square" lIns="0" tIns="0" rIns="38100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  Services   Board   About   Contact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16138" y="1269950"/>
            <a:ext cx="551172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TestCorp Portal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203909" y="1990576"/>
            <a:ext cx="6736181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50"/>
              </a:lnSpc>
              <a:spcBef>
                <a:spcPts val="2000"/>
              </a:spcBef>
              <a:buNone/>
            </a:pPr>
            <a:r>
              <a:rPr lang="en-US" sz="13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layout verification page for html2pptx conversion testing. It includes header navigation, hero content, board section, shape tests, and footer structure.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48000" y="2920901"/>
            <a:ext cx="1333500" cy="406301"/>
          </a:xfrm>
          <a:prstGeom prst="roundRect">
            <a:avLst>
              <a:gd name="adj" fmla="val 18755"/>
            </a:avLst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303984" y="3038326"/>
            <a:ext cx="8379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35401" y="2920901"/>
            <a:ext cx="1333500" cy="406301"/>
          </a:xfrm>
          <a:prstGeom prst="roundRect">
            <a:avLst>
              <a:gd name="adj" fmla="val 18755"/>
            </a:avLst>
          </a:prstGeom>
          <a:noFill/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12370" y="3038326"/>
            <a:ext cx="7950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More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4217" y="101501"/>
            <a:ext cx="20077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1,247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34217" y="422077"/>
            <a:ext cx="20077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USERS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393118" y="101501"/>
            <a:ext cx="20077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393118" y="422077"/>
            <a:ext cx="20077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52018" y="101501"/>
            <a:ext cx="20077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52018" y="422077"/>
            <a:ext cx="20077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10919" y="101501"/>
            <a:ext cx="2007769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710919" y="422077"/>
            <a:ext cx="20077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90500" y="660350"/>
            <a:ext cx="5968901" cy="330101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90500" y="725388"/>
            <a:ext cx="1177397" cy="20002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 Board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24500" y="711101"/>
            <a:ext cx="533400" cy="228600"/>
          </a:xfrm>
          <a:prstGeom prst="roundRect">
            <a:avLst>
              <a:gd name="adj" fmla="val 55555"/>
            </a:avLst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629126" y="758726"/>
            <a:ext cx="3304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New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90500" y="1041350"/>
            <a:ext cx="6088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No.    Category    Title                                                      Date           Views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0500" y="1244501"/>
            <a:ext cx="6088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125    Notice    System maintenance scheduled for March 15th    2026-03-10    342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0500" y="1447800"/>
            <a:ext cx="6088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    Event    Annual developer conference registration open    2026-03-08    567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0500" y="1650950"/>
            <a:ext cx="6088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    Update    Platform version 3.2 release notes    2026-03-05    891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0500" y="1854101"/>
            <a:ext cx="6088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122    FAQ    How to reset your account password    2026-03-03    1,204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0500" y="2057400"/>
            <a:ext cx="6088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    Notice    New privacy policy effective April 1st    2026-03-01    456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49901" y="660350"/>
            <a:ext cx="26555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Updates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49901" y="895201"/>
            <a:ext cx="2603450" cy="91380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v2.5 released 03-10</a:t>
            </a:r>
            <a:endParaRPr lang="en-US" sz="1000" dirty="0"/>
          </a:p>
          <a:p>
            <a:pPr algn="l" marL="88900" indent="-88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redesign 03-08</a:t>
            </a:r>
            <a:endParaRPr lang="en-US" sz="1000" dirty="0"/>
          </a:p>
          <a:p>
            <a:pPr algn="l" marL="88900" indent="-88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update 03-05</a:t>
            </a:r>
            <a:endParaRPr lang="en-US" sz="1000" dirty="0"/>
          </a:p>
          <a:p>
            <a:pPr algn="l" marL="88900" indent="-88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patch applied 03-01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49901" y="2222450"/>
            <a:ext cx="265551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Links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49901" y="2457301"/>
            <a:ext cx="265551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B6C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   Support    Reports    Settings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90500"/>
            <a:ext cx="268481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 &amp; Line Rendering Test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7950" y="762000"/>
            <a:ext cx="952500" cy="571500"/>
          </a:xfrm>
          <a:prstGeom prst="roundRect">
            <a:avLst>
              <a:gd name="adj" fmla="val 6667"/>
            </a:avLst>
          </a:prstGeom>
          <a:solidFill>
            <a:srgbClr val="2B6CB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222450" y="762000"/>
            <a:ext cx="952500" cy="571500"/>
          </a:xfrm>
          <a:prstGeom prst="roundRect">
            <a:avLst>
              <a:gd name="adj" fmla="val 26667"/>
            </a:avLst>
          </a:prstGeom>
          <a:solidFill>
            <a:srgbClr val="38A16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975050" y="698450"/>
            <a:ext cx="673001" cy="673001"/>
          </a:xfrm>
          <a:prstGeom prst="roundRect">
            <a:avLst>
              <a:gd name="adj" fmla="val 135869"/>
            </a:avLst>
          </a:prstGeom>
          <a:solidFill>
            <a:srgbClr val="E53E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460950" y="762000"/>
            <a:ext cx="9525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D69E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175450" y="762000"/>
            <a:ext cx="952500" cy="571500"/>
          </a:xfrm>
          <a:prstGeom prst="roundRect">
            <a:avLst>
              <a:gd name="adj" fmla="val 13333"/>
            </a:avLst>
          </a:prstGeom>
          <a:solidFill>
            <a:srgbClr val="805AD5"/>
          </a:solidFill>
          <a:ln/>
          <a:effectLst>
            <a:outerShdw sx="100000" sy="100000" kx="0" ky="0" algn="bl" rotWithShape="0" blurRad="114300" dist="53882" dir="2700000">
              <a:srgbClr val="000000">
                <a:alpha val="314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68936" y="1396901"/>
            <a:ext cx="123052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Rectangle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(4px radius)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083436" y="1396901"/>
            <a:ext cx="123052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Rounded Rect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(16px radius)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799841" y="1396901"/>
            <a:ext cx="103621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(50% radius)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21936" y="1396901"/>
            <a:ext cx="123052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Border Only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(3px solid)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36436" y="1396901"/>
            <a:ext cx="123052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 Shadow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(4px offset)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7950" y="2222450"/>
            <a:ext cx="1143000" cy="419100"/>
          </a:xfrm>
          <a:prstGeom prst="rect">
            <a:avLst/>
          </a:prstGeom>
          <a:solidFill>
            <a:srgbClr val="FF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07950" y="2241500"/>
            <a:ext cx="1143000" cy="0"/>
          </a:xfrm>
          <a:prstGeom prst="line">
            <a:avLst/>
          </a:prstGeom>
          <a:noFill/>
          <a:ln w="38100">
            <a:solidFill>
              <a:srgbClr val="E53E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76500" y="2222450"/>
            <a:ext cx="1181100" cy="381000"/>
          </a:xfrm>
          <a:prstGeom prst="rect">
            <a:avLst/>
          </a:prstGeom>
          <a:solidFill>
            <a:srgbClr val="EBF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495550" y="2222450"/>
            <a:ext cx="0" cy="381000"/>
          </a:xfrm>
          <a:prstGeom prst="line">
            <a:avLst/>
          </a:prstGeom>
          <a:noFill/>
          <a:ln w="38100">
            <a:solidFill>
              <a:srgbClr val="2B6C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44901" y="2222450"/>
            <a:ext cx="1143000" cy="419100"/>
          </a:xfrm>
          <a:prstGeom prst="rect">
            <a:avLst/>
          </a:prstGeom>
          <a:solidFill>
            <a:srgbClr val="F0FF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444901" y="2622500"/>
            <a:ext cx="1143000" cy="0"/>
          </a:xfrm>
          <a:prstGeom prst="line">
            <a:avLst/>
          </a:prstGeom>
          <a:noFill/>
          <a:ln w="38100">
            <a:solidFill>
              <a:srgbClr val="38A1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3450" y="2222450"/>
            <a:ext cx="1143000" cy="381000"/>
          </a:xfrm>
          <a:prstGeom prst="roundRect">
            <a:avLst>
              <a:gd name="adj" fmla="val 13333"/>
            </a:avLst>
          </a:prstGeom>
          <a:solidFill>
            <a:srgbClr val="FFFFF0"/>
          </a:solidFill>
          <a:ln w="19050">
            <a:solidFill>
              <a:srgbClr val="D69E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31701" y="2667000"/>
            <a:ext cx="129534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Border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(4px red)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00251" y="2667000"/>
            <a:ext cx="129534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Left Border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(4px blue)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68800" y="2667000"/>
            <a:ext cx="129534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Border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(4px green)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337201" y="2667000"/>
            <a:ext cx="129534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Border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(2px gold)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0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38862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TestCorp Portal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381000" y="698450"/>
            <a:ext cx="3886200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testing page designed to verify html2pptx conversion accuracy. This page includes navigation, hero sections, data tables, shape rendering, line borders, and footer layouts.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698950" y="381000"/>
            <a:ext cx="12953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698950" y="653951"/>
            <a:ext cx="1269950" cy="913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Us</a:t>
            </a:r>
            <a:endParaRPr lang="en-US" sz="10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Careers</a:t>
            </a:r>
            <a:endParaRPr lang="en-US" sz="10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</a:t>
            </a:r>
            <a:endParaRPr lang="en-US" sz="10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22950" y="381000"/>
            <a:ext cx="12953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22950" y="653951"/>
            <a:ext cx="1269950" cy="913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0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Reference</a:t>
            </a:r>
            <a:endParaRPr lang="en-US" sz="10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Page</a:t>
            </a:r>
            <a:endParaRPr lang="en-US" sz="10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46950" y="381000"/>
            <a:ext cx="11658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46950" y="653951"/>
            <a:ext cx="1143000" cy="913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Policy</a:t>
            </a:r>
            <a:endParaRPr lang="en-US" sz="10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Terms of Service</a:t>
            </a:r>
            <a:endParaRPr lang="en-US" sz="10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 Policy</a:t>
            </a:r>
            <a:endParaRPr lang="en-US" sz="1000" dirty="0"/>
          </a:p>
          <a:p>
            <a:pPr algn="l" marL="342900" indent="-342900">
              <a:lnSpc>
                <a:spcPts val="1800"/>
              </a:lnSpc>
              <a:buSzPct val="100000"/>
              <a:buChar char="•"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1000" y="2031950"/>
            <a:ext cx="8382000" cy="12650"/>
          </a:xfrm>
          <a:prstGeom prst="rect">
            <a:avLst/>
          </a:prstGeom>
          <a:solidFill>
            <a:srgbClr val="2D374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1000" y="2158901"/>
            <a:ext cx="45337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TestCorp. All rights reserved.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01791" y="2158901"/>
            <a:ext cx="24612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  Twitter   LinkedIn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html2pptx-skill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html2pptx-converter</dc:creator>
  <cp:lastModifiedBy>html2pptx-converter</cp:lastModifiedBy>
  <cp:revision>1</cp:revision>
  <dcterms:created xsi:type="dcterms:W3CDTF">2026-03-11T14:59:05Z</dcterms:created>
  <dcterms:modified xsi:type="dcterms:W3CDTF">2026-03-11T14:59:05Z</dcterms:modified>
</cp:coreProperties>
</file>