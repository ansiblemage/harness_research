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6800" cy="15125700"/>
  <p:notesSz cx="15125700" cy="21386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894201" cy="1219200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4426" y="161925"/>
            <a:ext cx="169374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Promotion!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44426" y="536525"/>
            <a:ext cx="16937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now and get 20% discount.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579727" y="111026"/>
            <a:ext cx="116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0" y="1219200"/>
            <a:ext cx="1625501" cy="138937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20738" y="1219200"/>
            <a:ext cx="0" cy="13893701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116038"/>
            <a:ext cx="161597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950" y="1555700"/>
            <a:ext cx="2267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2700" y="1555700"/>
            <a:ext cx="8637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BioKorea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950" y="2273052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[H] Home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6950" y="2526953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[P] Profile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2730103"/>
            <a:ext cx="1615976" cy="253901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6950" y="2780854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[S]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6950" y="3034754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[A] Agenda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6950" y="3288655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6950" y="3542556"/>
            <a:ext cx="1389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[♥] Favorites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25501" y="1219200"/>
            <a:ext cx="16268700" cy="9016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625501" y="2116038"/>
            <a:ext cx="162687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44214" y="1593800"/>
            <a:ext cx="1456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2026-03-11 19:10 (KST)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01117" y="1579513"/>
            <a:ext cx="2624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[🔍]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187041" y="1579513"/>
            <a:ext cx="2624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[🔔]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72965" y="1593800"/>
            <a:ext cx="854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[ON]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39170" y="1593800"/>
            <a:ext cx="967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[OFF]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0" y="1308050"/>
            <a:ext cx="723900" cy="723900"/>
          </a:xfrm>
          <a:prstGeom prst="roundRect">
            <a:avLst>
              <a:gd name="adj" fmla="val 12631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25501" y="2120801"/>
            <a:ext cx="16268700" cy="129921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7894201" y="0"/>
            <a:ext cx="3492401" cy="15125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7898963" y="0"/>
            <a:ext cx="0" cy="151257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081427" y="463451"/>
            <a:ext cx="31274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81427" y="177701"/>
            <a:ext cx="3190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설명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081427" y="650677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광고 배너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21027" y="847427"/>
            <a:ext cx="30476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프로모션 배너 영역. X 버튼으로 닫기 가능.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8081427" y="1148953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글로벌 네비게이션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221027" y="1345704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사이드바. Home, Profile, Search, Agenda, Messages, Favorites 메뉴 구성.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8081427" y="1809155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상단 헤더 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221027" y="2005905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KST 시간 표시, 검색, 알림(5건), Personal/Company 토글, 프로필 아바타.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8081427" y="2469356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Requests Summary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221027" y="2647057"/>
            <a:ext cx="30476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/ Incoming / Outgoing 탭별 요청 현황 (Pending, Confirmed, Declined).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8081427" y="3091458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Today's Meetings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8221027" y="3269159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미팅 일정 목록. 시간, 회사명, 담당자, 회의실 정보 표시.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8081427" y="3732609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Important Dates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8221027" y="3910310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파트너링 주요 일정 안내. 센터 오픈일, 스케줄 확정일 등.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8081427" y="4373761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My Company Profile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8221027" y="4551462"/>
            <a:ext cx="30476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프로필 카드 (회사명, 업종) 및 Edit Profile 버튼.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8081427" y="4852988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Meeting Notifications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8221027" y="5030688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미팅 관련 알림 목록. 요청/수락 등 상태 변경 알림.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8081427" y="5494139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Recommended Companies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8221027" y="5671840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기업 목록. 관심 분야와 Request Meeting 버튼 제공.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8081427" y="6135291"/>
            <a:ext cx="3190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Contact for Help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8221027" y="6312991"/>
            <a:ext cx="3047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문의처 안내. Partnering, Registration, Sponsor 담당 이메일.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943100" y="2489150"/>
            <a:ext cx="10223450" cy="34162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181225" y="2651075"/>
            <a:ext cx="9942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Summary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952625" y="3008263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81225" y="3339852"/>
            <a:ext cx="17040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81225" y="3114526"/>
            <a:ext cx="173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605534" y="3133576"/>
            <a:ext cx="551962" cy="2158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400574" y="3133576"/>
            <a:ext cx="552114" cy="2158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Outgoing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952625" y="3455640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81225" y="3612803"/>
            <a:ext cx="1111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Requests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854160" y="3612803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181225" y="4070003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854160" y="4070003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181225" y="4527203"/>
            <a:ext cx="1217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 / Canceled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854160" y="4527203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943100" y="6197501"/>
            <a:ext cx="10223450" cy="3060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181225" y="6359426"/>
            <a:ext cx="1447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Meetings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1463784" y="6383238"/>
            <a:ext cx="473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952625" y="6716613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81225" y="6848326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11:00 - 11:30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641675" y="6848326"/>
            <a:ext cx="6871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PharmaCorp (Kim Minjun)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569029" y="6848326"/>
            <a:ext cx="997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Room 3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1734115" y="6848326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952625" y="7132439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81225" y="726415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14:00 - 14:30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641675" y="7264152"/>
            <a:ext cx="6871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Gentech Solutions (Lee Seoyeon)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0569029" y="7264152"/>
            <a:ext cx="997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Room 7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1734115" y="7264152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952625" y="7548265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81225" y="7679978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16:30 - 17:00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3641675" y="7679978"/>
            <a:ext cx="6871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NextGen Pharma (Park Jihun)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10569029" y="7679978"/>
            <a:ext cx="997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Room 1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1734115" y="7679978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1943100" y="9537650"/>
            <a:ext cx="10223450" cy="3060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2181225" y="9699575"/>
            <a:ext cx="9942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Dates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1952625" y="10056763"/>
            <a:ext cx="10204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81225" y="10213925"/>
            <a:ext cx="1491704" cy="3048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2308175" y="10290125"/>
            <a:ext cx="1262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3 (Mon), 2025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3825329" y="10213925"/>
            <a:ext cx="39542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Center opens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3825329" y="10404425"/>
            <a:ext cx="39542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meetings and respond for confirming business meetings.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2181225" y="10861625"/>
            <a:ext cx="1565821" cy="3048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308175" y="10937825"/>
            <a:ext cx="1338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10 (Mon), 2025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3899446" y="10861625"/>
            <a:ext cx="4929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Schedule Finalization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3899446" y="11052125"/>
            <a:ext cx="4929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meeting schedules will be finalized and notifications will be sent to participants.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2522101" y="2489150"/>
            <a:ext cx="5041850" cy="21589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12722126" y="2651075"/>
            <a:ext cx="4734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Company Profile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12722126" y="3066901"/>
            <a:ext cx="507950" cy="5079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12847439" y="3230314"/>
            <a:ext cx="2624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[🏠]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13357027" y="3146227"/>
            <a:ext cx="8642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BioSolutions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3357027" y="3342977"/>
            <a:ext cx="864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Biotechnology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12722126" y="3739753"/>
            <a:ext cx="4641800" cy="323850"/>
          </a:xfrm>
          <a:prstGeom prst="rect">
            <a:avLst/>
          </a:prstGeom>
          <a:solidFill>
            <a:srgbClr val="E0E0E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12763147" y="3825478"/>
            <a:ext cx="4559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Profile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12522101" y="4927550"/>
            <a:ext cx="50418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12722126" y="5089475"/>
            <a:ext cx="4734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Notifications</a:t>
            </a:r>
            <a:endParaRPr lang="en-US" sz="1350" dirty="0"/>
          </a:p>
        </p:txBody>
      </p:sp>
      <p:sp>
        <p:nvSpPr>
          <p:cNvPr id="104" name="Shape 102"/>
          <p:cNvSpPr/>
          <p:nvPr/>
        </p:nvSpPr>
        <p:spPr>
          <a:xfrm>
            <a:off x="12531626" y="5446663"/>
            <a:ext cx="5022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2722126" y="5552926"/>
            <a:ext cx="21393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request from </a:t>
            </a:r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PharmaCorp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16659523" y="5552926"/>
            <a:ext cx="718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ago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12531626" y="5811589"/>
            <a:ext cx="5022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2722126" y="5917853"/>
            <a:ext cx="25929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accepted with </a:t>
            </a:r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Gentech Solutions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16659523" y="5917853"/>
            <a:ext cx="718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ago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12522101" y="7200900"/>
            <a:ext cx="5041850" cy="28828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12722126" y="7362825"/>
            <a:ext cx="4734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Companies</a:t>
            </a:r>
            <a:endParaRPr lang="en-US" sz="1350" dirty="0"/>
          </a:p>
        </p:txBody>
      </p:sp>
      <p:sp>
        <p:nvSpPr>
          <p:cNvPr id="112" name="Text 110"/>
          <p:cNvSpPr/>
          <p:nvPr/>
        </p:nvSpPr>
        <p:spPr>
          <a:xfrm>
            <a:off x="12722126" y="7791450"/>
            <a:ext cx="18221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NextGen Pharma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2722126" y="7943850"/>
            <a:ext cx="18221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Interest: AI Drug Development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16101864" y="7816900"/>
            <a:ext cx="1262063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16228814" y="7867650"/>
            <a:ext cx="1028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Meeting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12722126" y="8248650"/>
            <a:ext cx="172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MediFuture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12722126" y="8401050"/>
            <a:ext cx="172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Interest: Digital Therapeutics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16101864" y="8274100"/>
            <a:ext cx="1262063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16228814" y="8324850"/>
            <a:ext cx="1028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Meeting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12722126" y="8705850"/>
            <a:ext cx="1297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CellBioTech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12722126" y="8858250"/>
            <a:ext cx="1297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Interest: Cell Therapy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16101864" y="8731300"/>
            <a:ext cx="1262063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16228814" y="8782050"/>
            <a:ext cx="1028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Meeting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12522101" y="10363200"/>
            <a:ext cx="5041850" cy="3060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23"/>
          <p:cNvSpPr/>
          <p:nvPr/>
        </p:nvSpPr>
        <p:spPr>
          <a:xfrm>
            <a:off x="12722126" y="10525125"/>
            <a:ext cx="4734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 Help</a:t>
            </a:r>
            <a:endParaRPr lang="en-US" sz="1350" dirty="0"/>
          </a:p>
        </p:txBody>
      </p:sp>
      <p:sp>
        <p:nvSpPr>
          <p:cNvPr id="126" name="Shape 124"/>
          <p:cNvSpPr/>
          <p:nvPr/>
        </p:nvSpPr>
        <p:spPr>
          <a:xfrm>
            <a:off x="12531626" y="10882313"/>
            <a:ext cx="5022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2722126" y="10988576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</a:t>
            </a:r>
            <a:endParaRPr lang="en-US" sz="1050" dirty="0"/>
          </a:p>
        </p:txBody>
      </p:sp>
      <p:sp>
        <p:nvSpPr>
          <p:cNvPr id="128" name="Text 126"/>
          <p:cNvSpPr/>
          <p:nvPr/>
        </p:nvSpPr>
        <p:spPr>
          <a:xfrm>
            <a:off x="12722126" y="11166277"/>
            <a:ext cx="4734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Meeting, Technical issue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2722126" y="11324927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bizforum@biokorea.org</a:t>
            </a:r>
            <a:endParaRPr lang="en-US" sz="1050" dirty="0"/>
          </a:p>
        </p:txBody>
      </p:sp>
      <p:sp>
        <p:nvSpPr>
          <p:cNvPr id="130" name="Text 128"/>
          <p:cNvSpPr/>
          <p:nvPr/>
        </p:nvSpPr>
        <p:spPr>
          <a:xfrm>
            <a:off x="12722126" y="11680329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12722126" y="11858030"/>
            <a:ext cx="4734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Inquiries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2722126" y="12016680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registration@biokorea.org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12722126" y="12372082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for Private Meeting Booth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12722126" y="12549783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sponsor@biokorea.org</a:t>
            </a:r>
            <a:endParaRPr lang="en-US" sz="1050" dirty="0"/>
          </a:p>
        </p:txBody>
      </p:sp>
      <p:sp>
        <p:nvSpPr>
          <p:cNvPr id="135" name="Text 133"/>
          <p:cNvSpPr/>
          <p:nvPr/>
        </p:nvSpPr>
        <p:spPr>
          <a:xfrm>
            <a:off x="12722126" y="12727484"/>
            <a:ext cx="47346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bizforum@biokorea.org</a:t>
            </a:r>
            <a:endParaRPr lang="en-US" sz="1050" dirty="0"/>
          </a:p>
        </p:txBody>
      </p:sp>
      <p:sp>
        <p:nvSpPr>
          <p:cNvPr id="136" name="Text 134"/>
          <p:cNvSpPr/>
          <p:nvPr/>
        </p:nvSpPr>
        <p:spPr>
          <a:xfrm>
            <a:off x="76200" y="762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167933" y="1317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138" name="Text 136"/>
          <p:cNvSpPr/>
          <p:nvPr/>
        </p:nvSpPr>
        <p:spPr>
          <a:xfrm>
            <a:off x="76200" y="12954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37"/>
          <p:cNvSpPr/>
          <p:nvPr/>
        </p:nvSpPr>
        <p:spPr>
          <a:xfrm>
            <a:off x="167933" y="13509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1689050" y="12954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Text 139"/>
          <p:cNvSpPr/>
          <p:nvPr/>
        </p:nvSpPr>
        <p:spPr>
          <a:xfrm>
            <a:off x="1780784" y="13509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42" name="Text 140"/>
          <p:cNvSpPr/>
          <p:nvPr/>
        </p:nvSpPr>
        <p:spPr>
          <a:xfrm>
            <a:off x="2019300" y="25527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2111033" y="26082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44" name="Text 142"/>
          <p:cNvSpPr/>
          <p:nvPr/>
        </p:nvSpPr>
        <p:spPr>
          <a:xfrm>
            <a:off x="2019300" y="62610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43"/>
          <p:cNvSpPr/>
          <p:nvPr/>
        </p:nvSpPr>
        <p:spPr>
          <a:xfrm>
            <a:off x="2111033" y="63165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146" name="Text 144"/>
          <p:cNvSpPr/>
          <p:nvPr/>
        </p:nvSpPr>
        <p:spPr>
          <a:xfrm>
            <a:off x="2019300" y="96138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2111033" y="9669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148" name="Text 146"/>
          <p:cNvSpPr/>
          <p:nvPr/>
        </p:nvSpPr>
        <p:spPr>
          <a:xfrm>
            <a:off x="12598301" y="25527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Text 147"/>
          <p:cNvSpPr/>
          <p:nvPr/>
        </p:nvSpPr>
        <p:spPr>
          <a:xfrm>
            <a:off x="12690034" y="26082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150" name="Text 148"/>
          <p:cNvSpPr/>
          <p:nvPr/>
        </p:nvSpPr>
        <p:spPr>
          <a:xfrm>
            <a:off x="12598301" y="50037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Text 149"/>
          <p:cNvSpPr/>
          <p:nvPr/>
        </p:nvSpPr>
        <p:spPr>
          <a:xfrm>
            <a:off x="12690034" y="50592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152" name="Text 150"/>
          <p:cNvSpPr/>
          <p:nvPr/>
        </p:nvSpPr>
        <p:spPr>
          <a:xfrm>
            <a:off x="12598301" y="72771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Text 151"/>
          <p:cNvSpPr/>
          <p:nvPr/>
        </p:nvSpPr>
        <p:spPr>
          <a:xfrm>
            <a:off x="12690034" y="73326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75" dirty="0"/>
          </a:p>
        </p:txBody>
      </p:sp>
      <p:sp>
        <p:nvSpPr>
          <p:cNvPr id="154" name="Text 152"/>
          <p:cNvSpPr/>
          <p:nvPr/>
        </p:nvSpPr>
        <p:spPr>
          <a:xfrm>
            <a:off x="12598301" y="104394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Text 153"/>
          <p:cNvSpPr/>
          <p:nvPr/>
        </p:nvSpPr>
        <p:spPr>
          <a:xfrm>
            <a:off x="12654966" y="10494913"/>
            <a:ext cx="140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Partnering Main Dashboard Wireframe</dc:title>
  <dc:subject>PptxGenJS Presentation</dc:subject>
  <dc:creator>BioKorea</dc:creator>
  <cp:lastModifiedBy>BioKorea</cp:lastModifiedBy>
  <cp:revision>1</cp:revision>
  <dcterms:created xsi:type="dcterms:W3CDTF">2026-03-11T14:56:51Z</dcterms:created>
  <dcterms:modified xsi:type="dcterms:W3CDTF">2026-03-11T14:56:51Z</dcterms:modified>
</cp:coreProperties>
</file>